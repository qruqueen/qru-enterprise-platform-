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5106A"/>
        </a:solidFill>
        <a:effectLst/>
      </p:bgPr>
    </p:bg>
    <p:spTree>
      <p:nvGrpSpPr>
        <p:cNvPr id="1" name=""/>
        <p:cNvGrpSpPr/>
        <p:nvPr/>
      </p:nvGrpSpPr>
      <p:grpSpPr/>
      <p:sp>
        <p:nvSpPr>
          <p:cNvPr id="2" name="TextBox 1"/>
          <p:cNvSpPr txBox="1"/>
          <p:nvPr/>
        </p:nvSpPr>
        <p:spPr>
          <a:xfrm>
            <a:off x="731520" y="2011680"/>
            <a:ext cx="10698480" cy="1097280"/>
          </a:xfrm>
          <a:prstGeom prst="rect">
            <a:avLst/>
          </a:prstGeom>
          <a:noFill/>
        </p:spPr>
        <p:txBody>
          <a:bodyPr wrap="square">
            <a:spAutoFit/>
          </a:bodyPr>
          <a:lstStyle/>
          <a:p>
            <a:r>
              <a:rPr sz="1600" b="1">
                <a:solidFill>
                  <a:srgbClr val="F5B21A"/>
                </a:solidFill>
                <a:latin typeface="Arial"/>
              </a:rPr>
              <a:t>QRU PRESS™ · Health</a:t>
            </a:r>
          </a:p>
        </p:txBody>
      </p:sp>
      <p:sp>
        <p:nvSpPr>
          <p:cNvPr id="3" name="TextBox 2"/>
          <p:cNvSpPr txBox="1"/>
          <p:nvPr/>
        </p:nvSpPr>
        <p:spPr>
          <a:xfrm>
            <a:off x="731520" y="2651760"/>
            <a:ext cx="10698480" cy="1097280"/>
          </a:xfrm>
          <a:prstGeom prst="rect">
            <a:avLst/>
          </a:prstGeom>
          <a:noFill/>
        </p:spPr>
        <p:txBody>
          <a:bodyPr wrap="square">
            <a:spAutoFit/>
          </a:bodyPr>
          <a:lstStyle/>
          <a:p>
            <a:r>
              <a:rPr sz="4000" b="1">
                <a:solidFill>
                  <a:srgbClr val="FFFFFF"/>
                </a:solidFill>
                <a:latin typeface="Arial"/>
              </a:rPr>
              <a:t>Why hydration matters (UI test) — Presentation</a:t>
            </a:r>
          </a:p>
        </p:txBody>
      </p:sp>
      <p:sp>
        <p:nvSpPr>
          <p:cNvPr id="4" name="TextBox 3"/>
          <p:cNvSpPr txBox="1"/>
          <p:nvPr/>
        </p:nvSpPr>
        <p:spPr>
          <a:xfrm>
            <a:off x="731520" y="4754880"/>
            <a:ext cx="10698480" cy="1097280"/>
          </a:xfrm>
          <a:prstGeom prst="rect">
            <a:avLst/>
          </a:prstGeom>
          <a:noFill/>
        </p:spPr>
        <p:txBody>
          <a:bodyPr wrap="square">
            <a:spAutoFit/>
          </a:bodyPr>
          <a:lstStyle/>
          <a:p>
            <a:r>
              <a:rPr sz="1600" b="1">
                <a:solidFill>
                  <a:srgbClr val="F5B21A"/>
                </a:solidFill>
                <a:latin typeface="Arial"/>
              </a:rPr>
              <a:t>Treasure Standard™ Certified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C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 Overview</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Educational text about sleep and rest. Educational text about sleep and rest. Educational text about sleep and rest. Educational text about sleep and rest. Educational text about sleep and rest. Educational text about sleep and rest. Educational text about sleep and rest. Educational text about sleep and rest.</a:t>
            </a:r>
          </a:p>
          <a:p>
            <a:r>
              <a:rPr sz="1600">
                <a:solidFill>
                  <a:srgbClr val="221A42"/>
                </a:solidFill>
                <a:latin typeface="Arial"/>
              </a:rPr>
              <a:t>• Brand feel: calm and confident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F5C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2: Takeaways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Sleep 7-9 hours nightly. Sleep 7-9 hours nightly. Sleep 7-9 hours nightly. Sleep 7-9 hours nightly. Sleep 7-9 hours nightly. Sleep 7-9 hours nightly.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