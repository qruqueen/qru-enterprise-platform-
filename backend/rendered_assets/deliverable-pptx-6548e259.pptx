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Sports Multiple 36 Kids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F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Multiplication** — Combining many equal groups to find a total.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Brain Athlete** — A learner who trains their mind through practice, feedback, reflection, and improvement.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Understanding** — Knowing not only the answer, but also why the answer makes sense.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Reflection** — Thinking back on what happened so you can learn from it and improve next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