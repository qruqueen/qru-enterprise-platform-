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10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B21A"/>
                </a:solidFill>
                <a:latin typeface="Arial"/>
              </a:rPr>
              <a:t>QRU PRESS™ · Brain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Sports intelligence  — Classroom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B21A"/>
                </a:solidFill>
                <a:latin typeface="Arial"/>
              </a:rPr>
              <a:t>Treasure Standard™ Certified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Sports Intelligence: Train Your Brain Like an Athlete Trains Their Body™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1 — The Hope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Every child can grow stronger in how they think.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Just like athletes improve through practice, feedback, adjustment, and reflection, learners can build stronger understanding systems.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QRU Sports Intelligence Lab™ begins with a simple belief: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&gt; **Children do not need more information.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&gt; They need stronger understanding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2 —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Many children hear math and think: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&gt; “I’m bad at math.”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QRU offers a different understanding: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&gt; **“You may need more practice, different explanations, or a different strategy.”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Multiplication is not meant to be: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Memorizing without understanding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Racing against others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Measuring intelligence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Learning should help children discover: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&gt; **“I can learn difficult things.”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3 — 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QRU Sports Intelligence Lab™ turns math learning into an athlete-training experience.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Instead of treating multiplication as isolated memorization, QRU connects mathematics to: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Sports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Strategy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Competition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Practice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Teamwork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Decision-making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The learner becomes a: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&gt; **Brain Athlete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The goal is not only correct answers.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The goal is developing: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4 — What Is Sports Intelligence?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Sports Intelligence is using the patterns, strategy, and practice of sports to build stronger thinking.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Athletes train their bodies through: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Repetition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Feedback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Adjustment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Reflection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Learners can train their minds in a similar way.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In QRU Sports Intelligence Lab™: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&gt; **Mathematics becomes a mental sport.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5 — The Core Learning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QRU follows the Quest for Real Understanding™: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Question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↓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Understanding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↓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Practice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↓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Connection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↓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Application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↓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Reflection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6 — A Simple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### Multiplication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Multi** = many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Plication** = groups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### Meaning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&gt; **Many groups combined.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Multiplication is not just a fact to remember.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It is a way to understand groups, patterns, and totals.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7 — Sports Makes Math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### Football Example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A quarterback completes **5 passes each quarter**.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There are **4 quarters**.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5 × 4 = 20 passes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The child is not only solving a math problem.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The child is seeing how multiplication can describe what happens in a game.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8 — Basketball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A basketball player makes **8 free throws each practice**.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The player practices **5 times**.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8 × 5 = 40 free throws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The math becomes part of tracking athletic progress.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The worksheet becomes a real-world situation.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9 — The Everyday Analogy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Learning math through sports is like watching game film after practice.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You: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Review what happened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Notice patterns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Adjust your strategy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Come back stronger next time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Reflection becomes part of improvement.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Mistakes become training reps.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10 — Brain Athlete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In QRU Sports Intelligence Lab™, children learn that: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The brain can strengthen through meaningful practice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Mistakes are part of training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Understanding creates confidence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Strategy matters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Practice builds capability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A Brain Athlete does not have to be perfect.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A Brain Athlete learns how to improve.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11 — The Coach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In this model, adults become coaches.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A coach can be a: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Parent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Caregiver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Teacher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Facilitator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Encourager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Guide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The goal is not pressure.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The goal is helping the child discover: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&gt; **“I can learn difficult things.”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12 — For Parents and Caregivers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QRU Sports Intelligence Lab™ helps children improve math skills while making learning feel exciting and connected to things they already love.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Sports can become a doorway into: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Mathematics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Confidence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Problem solving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Communication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Persistence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Lifelong learning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&gt; **Your child doesn’t hate math.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&gt; They may just need a different doorway.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13 — For Educators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QRU Sports Intelligence Lab™ is an applied learning framework combining: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Mathematics instruction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Cognitive skill development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Storytelling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Real-world problem solving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The teacher’s role becomes: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Coach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Facilitator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Encourager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Guide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The classroom becomes a training space for understanding.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14 — The Science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QRU Sports Intelligence Lab™ connects with research areas such as: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Neuroplasticity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Retrieval practice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Spaced repetition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Growth mindset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Metacognition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Cognitive load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The principle is simple: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&gt; **The human brain strengthens through repeated meaningful practice.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15 — Intelligence Beyond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QRU defines intelligence as: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&gt; **The ability to learn, understand, adapt, and solve problems.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This matters beyond a math lesson.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Sports Intelligence helps develop skills needed in life, including: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Decision making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Problem solving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Confidence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Adaptability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Learning ability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16 — What Children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A Brain Athlete practices more than answers.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They practice: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Asking questions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Explaining strategies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Finding patterns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Solving problems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Reflecting on improvement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Communicating their thinking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This helps math become a system of understanding, not just a list of facts.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17 — Activities That Build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QRU Sports Intelligence Lab™ can include activities such as: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Design your own sports problem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Explain your strategy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Create a training plan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Reflect on improvement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These activities help children connect math to action, strategy, and growth.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18 — Where It Can Be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QRU Sports Intelligence Lab™ can be used in: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Homeschool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Classrooms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Family learning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Coaching programs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Educational products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The learning experience can meet children where they are and connect to what they already enjoy.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19 — The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Every Brain Athlete begins as a rookie.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They enter the QRU Sports Intelligence Lab.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They train.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They practice.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They struggle.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They improve.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They discover that champions are not created by talent alone.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&gt; **Champions are created through intentional practice.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20 — The Growth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The goal is not to label children.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The goal is to build stronger understanding systems.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The child learns: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I can practice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I can improve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I can understand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I can solve problems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I can learn difficult things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That belief can change the way a child approaches learning.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21 — Memory Sentences™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&gt; **Champions train their bodies.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&gt; Brain Athletes train their minds.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&gt; **Understanding creates confidence.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&gt; **Every brain can train.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22 — Closing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Sports can become a gateway to intelligence.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Math can become a training field.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Practice can become confidence.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Questions can become understanding.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And every learner can begin the journey as a Brain Athlete.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Train Your Brain Like an Athlete Trains Their Body™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