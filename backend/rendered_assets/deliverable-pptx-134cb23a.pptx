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10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21A"/>
                </a:solidFill>
                <a:latin typeface="Arial"/>
              </a:rPr>
              <a:t>QRU PRESS™ ·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TEST_MT030_dirty_f25d88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B21A"/>
                </a:solidFill>
                <a:latin typeface="Arial"/>
              </a:rPr>
              <a:t>Treasure Standard™ Certified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C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1: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Educational overview line about the fundamentals of this topic and why it matters.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Additional educational context that helps students understand the core concept clearly.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Brand feel: calm and confident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C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5106A"/>
                </a:solidFill>
                <a:latin typeface="Arial"/>
              </a:rPr>
              <a:t>Slide 2: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21A42"/>
                </a:solidFill>
                <a:latin typeface="Arial"/>
              </a:rPr>
              <a:t>• Educational takeaway that reinforces the learning objective for the customer.</a:t>
            </a:r>
          </a:p>
          <a:p>
            <a:r>
              <a:rPr sz="1600">
                <a:solidFill>
                  <a:srgbClr val="221A42"/>
                </a:solidFill>
                <a:latin typeface="Arial"/>
              </a:rPr>
              <a:t>• Second takeaway with practical application guidance for real-world usage.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