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TEST_MT030_dirty_8b602e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Educational overview line.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Brand feel: calm and confident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2: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Educational takeaway.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