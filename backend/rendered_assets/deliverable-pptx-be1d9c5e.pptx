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Day trading Faith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A QRU Presentation manufactured from the approved Founder asset **Day trading Faith** (General). Preserves the original QRU artwork as the hero visual, framed to the QRU brand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The original approved QRU visual, preserved at full quality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QRU brand framing, palette, and Treasure Standard™ presentation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Marketplace-ready export sizing and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Use across QRU classrooms, families, and marketplaces as an official QRU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