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Why hydration matters (UI test)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Hydration** — Having enough fluid in the body to support normal functions like circulation, temperature control, digestion, kidney filtering, and cell activity.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Dehydration** — A state where the body does not have enough fluid, which can cause fatigue, reduced performance, and poorer attention, mood, or thinking.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Electrolyte imbalance** — An unsafe disruption in minerals such as sodium that help control fluid balance, which can rarely happen from excessive fluid intake.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Cellular metabolism** — The chemical work cells do to use energy and keep the body functioning.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