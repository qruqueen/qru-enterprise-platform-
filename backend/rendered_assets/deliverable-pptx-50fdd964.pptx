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5106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5B21A"/>
                </a:solidFill>
                <a:latin typeface="Arial"/>
              </a:rPr>
              <a:t>QRU PRESS™ · General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65176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Arial"/>
              </a:rPr>
              <a:t>Be ai smart  —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75488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5B21A"/>
                </a:solidFill>
                <a:latin typeface="Arial"/>
              </a:rPr>
              <a:t>Treasure Standard™ Certified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5B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35106A"/>
                </a:solidFill>
                <a:latin typeface="Arial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221A42"/>
                </a:solidFill>
                <a:latin typeface="Arial"/>
              </a:rPr>
              <a:t>• A QRU Presentation manufactured from the approved Founder asset **Be ai smart ** (General). Preserves the original QRU artwork as the hero visual, framed to the QRU brand standard.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5B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35106A"/>
                </a:solidFill>
                <a:latin typeface="Arial"/>
              </a:rPr>
              <a:t>What's Included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221A42"/>
                </a:solidFill>
                <a:latin typeface="Arial"/>
              </a:rPr>
              <a:t>• The original approved QRU visual, preserved at full quality</a:t>
            </a:r>
          </a:p>
          <a:p>
            <a:r>
              <a:rPr sz="1600">
                <a:solidFill>
                  <a:srgbClr val="221A42"/>
                </a:solidFill>
                <a:latin typeface="Arial"/>
              </a:rPr>
              <a:t>• QRU brand framing, palette, and Treasure Standard™ presentation</a:t>
            </a:r>
          </a:p>
          <a:p>
            <a:r>
              <a:rPr sz="1600">
                <a:solidFill>
                  <a:srgbClr val="221A42"/>
                </a:solidFill>
                <a:latin typeface="Arial"/>
              </a:rPr>
              <a:t>• Marketplace-ready export sizing and metadata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5B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35106A"/>
                </a:solidFill>
                <a:latin typeface="Arial"/>
              </a:rPr>
              <a:t>Usage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221A42"/>
                </a:solidFill>
                <a:latin typeface="Arial"/>
              </a:rPr>
              <a:t>• Use across QRU classrooms, families, and marketplaces as an official QRU product.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