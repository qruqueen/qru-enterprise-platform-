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TEST_MT030_dirty_0c17c4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Educational overview line about the fundamentals of this topic and why it matters.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Additional educational context that helps students understand the core concept clearly.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Brand feel: calm and confident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2: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Educational takeaway that reinforces the learning objective for the customer.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Second takeaway with practical application guidance for real-world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