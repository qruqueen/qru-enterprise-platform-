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Health</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QRU Factory Acceptance Test — Understanding Sleep and Rest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Presentation: Why Do Humans Need Sleep, and Can Rest Replace It?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QRU Learning Experience Standard:** Plain language • Practical application • Evidence-based • High-contrast visuals • Limited text per slide</a:t>
            </a:r>
          </a:p>
          <a:p>
            <a:r>
              <a:rPr sz="1600">
                <a:solidFill>
                  <a:srgbClr val="221A42"/>
                </a:solidFill>
                <a:latin typeface="Arial"/>
              </a:rPr>
              <a:t>• Deck Design Standard:</a:t>
            </a:r>
          </a:p>
          <a:p>
            <a:r>
              <a:rPr sz="1600">
                <a:solidFill>
                  <a:srgbClr val="221A42"/>
                </a:solidFill>
                <a:latin typeface="Arial"/>
              </a:rPr>
              <a:t>• Dark navy background • White text • One QRU accent color • Large fonts • Short slide text • Clear visual hierarchy • QRU footer on every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 — Title + Learning Outcomes</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Why humans need sleep — and why rest cannot fully replace it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By the end, learners will be able to:</a:t>
            </a:r>
          </a:p>
          <a:p>
            <a:r>
              <a:rPr sz="1600">
                <a:solidFill>
                  <a:srgbClr val="221A42"/>
                </a:solidFill>
                <a:latin typeface="Arial"/>
              </a:rPr>
              <a:t>• Explain why sleep is biologically necessary</a:t>
            </a:r>
          </a:p>
          <a:p>
            <a:r>
              <a:rPr sz="1600">
                <a:solidFill>
                  <a:srgbClr val="221A42"/>
                </a:solidFill>
                <a:latin typeface="Arial"/>
              </a:rPr>
              <a:t>• Describe non-REM and REM sleep in plain language</a:t>
            </a:r>
          </a:p>
          <a:p>
            <a:r>
              <a:rPr sz="1600">
                <a:solidFill>
                  <a:srgbClr val="221A42"/>
                </a:solidFill>
                <a:latin typeface="Arial"/>
              </a:rPr>
              <a:t>• Compare sleep, quiet rest, meditation, and naps</a:t>
            </a:r>
          </a:p>
          <a:p>
            <a:r>
              <a:rPr sz="1600">
                <a:solidFill>
                  <a:srgbClr val="221A42"/>
                </a:solidFill>
                <a:latin typeface="Arial"/>
              </a:rPr>
              <a:t>• Apply practical sleep hygiene strategies</a:t>
            </a:r>
          </a:p>
          <a:p>
            <a:r>
              <a:rPr sz="1600">
                <a:solidFill>
                  <a:srgbClr val="221A42"/>
                </a:solidFill>
                <a:latin typeface="Arial"/>
              </a:rPr>
              <a:t>• Identify when sleep problems need professional help</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This presentation answers a common question: “If I rest quietly, does that count as sleep?” Rest is helpful, but sleep is a unique biological process. Learners should leave with a clear understanding of what sleep does, what rest can and cannot do, and when sleep problems may require medical guidance.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2 — Sleep Is Active Maintenance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is an essential biological process</a:t>
            </a:r>
          </a:p>
          <a:p>
            <a:r>
              <a:rPr sz="1600">
                <a:solidFill>
                  <a:srgbClr val="221A42"/>
                </a:solidFill>
                <a:latin typeface="Arial"/>
              </a:rPr>
              <a:t>• The brain and body remain active during sleep</a:t>
            </a:r>
          </a:p>
          <a:p>
            <a:r>
              <a:rPr sz="1600">
                <a:solidFill>
                  <a:srgbClr val="221A42"/>
                </a:solidFill>
                <a:latin typeface="Arial"/>
              </a:rPr>
              <a:t>• Sleep supports thinking, mood, immunity, and recovery</a:t>
            </a:r>
          </a:p>
          <a:p>
            <a:r>
              <a:rPr sz="1600">
                <a:solidFill>
                  <a:srgbClr val="221A42"/>
                </a:solidFill>
                <a:latin typeface="Arial"/>
              </a:rPr>
              <a:t>• Rest lowers effort, but sleep performs different work</a:t>
            </a:r>
          </a:p>
          <a:p>
            <a:r>
              <a:rPr sz="1600">
                <a:solidFill>
                  <a:srgbClr val="221A42"/>
                </a:solidFill>
                <a:latin typeface="Arial"/>
              </a:rPr>
              <a:t>• Plain-language definition:</a:t>
            </a:r>
          </a:p>
          <a:p>
            <a:r>
              <a:rPr sz="1600">
                <a:solidFill>
                  <a:srgbClr val="221A42"/>
                </a:solidFill>
                <a:latin typeface="Arial"/>
              </a:rPr>
              <a:t>• Sleep** = a natural state where the brain and body cycle through stages that support health and daily functioning.</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Many people think sleep is simply a time when the body shuts off. In reality, sleep is active maintenance. During sleep, the brain and body perform important tasks that support memory, emotional balance, immune function, metabolism, heart health, and physical recovery. Rest can help reduce strain, but it does not fully replace the biological work of sleep.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3 — What Happens During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Humans cycle through two major types of sleep: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Non-REM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Includes lighter sleep and deeper sleep</a:t>
            </a:r>
          </a:p>
          <a:p>
            <a:r>
              <a:rPr sz="1600">
                <a:solidFill>
                  <a:srgbClr val="221A42"/>
                </a:solidFill>
                <a:latin typeface="Arial"/>
              </a:rPr>
              <a:t>• Helps the body slow down and recover</a:t>
            </a:r>
          </a:p>
          <a:p>
            <a:r>
              <a:rPr sz="1600">
                <a:solidFill>
                  <a:srgbClr val="221A42"/>
                </a:solidFill>
                <a:latin typeface="Arial"/>
              </a:rPr>
              <a:t>• Supports physical restoration and immune function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REM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Brain activity increases</a:t>
            </a:r>
          </a:p>
          <a:p>
            <a:r>
              <a:rPr sz="1600">
                <a:solidFill>
                  <a:srgbClr val="221A42"/>
                </a:solidFill>
                <a:latin typeface="Arial"/>
              </a:rPr>
              <a:t>• Dreaming is common</a:t>
            </a:r>
          </a:p>
          <a:p>
            <a:r>
              <a:rPr sz="1600">
                <a:solidFill>
                  <a:srgbClr val="221A42"/>
                </a:solidFill>
                <a:latin typeface="Arial"/>
              </a:rPr>
              <a:t>• Supports learning, memory, and emotional processing</a:t>
            </a:r>
          </a:p>
          <a:p>
            <a:r>
              <a:rPr sz="1600">
                <a:solidFill>
                  <a:srgbClr val="221A42"/>
                </a:solidFill>
                <a:latin typeface="Arial"/>
              </a:rPr>
              <a:t>• Key idea:</a:t>
            </a:r>
          </a:p>
          <a:p>
            <a:r>
              <a:rPr sz="1600">
                <a:solidFill>
                  <a:srgbClr val="221A42"/>
                </a:solidFill>
                <a:latin typeface="Arial"/>
              </a:rPr>
              <a:t>• Healthy sleep includes repeated cycles of non-REM and REM sleep.</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Sleep is not one single state. The body moves through repeated cycles of non-REM and REM sleep across the night. Non-REM sleep includes lighter sleep and deeper sleep, when heart rate and breathing slow and the body supports recovery. REM sleep is a stage where the brain becomes more active, dreaming is common, and learning and emotional processing are supported. Resting quietly does not reproduce these full sleep cycles.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4 — Why the Brain Needs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Improves attention and focus</a:t>
            </a:r>
          </a:p>
          <a:p>
            <a:r>
              <a:rPr sz="1600">
                <a:solidFill>
                  <a:srgbClr val="221A42"/>
                </a:solidFill>
                <a:latin typeface="Arial"/>
              </a:rPr>
              <a:t>• Supports learning and memory</a:t>
            </a:r>
          </a:p>
          <a:p>
            <a:r>
              <a:rPr sz="1600">
                <a:solidFill>
                  <a:srgbClr val="221A42"/>
                </a:solidFill>
                <a:latin typeface="Arial"/>
              </a:rPr>
              <a:t>• Helps decision-making and reaction time</a:t>
            </a:r>
          </a:p>
          <a:p>
            <a:r>
              <a:rPr sz="1600">
                <a:solidFill>
                  <a:srgbClr val="221A42"/>
                </a:solidFill>
                <a:latin typeface="Arial"/>
              </a:rPr>
              <a:t>• Supports emotional regulation</a:t>
            </a:r>
          </a:p>
          <a:p>
            <a:r>
              <a:rPr sz="1600">
                <a:solidFill>
                  <a:srgbClr val="221A42"/>
                </a:solidFill>
                <a:latin typeface="Arial"/>
              </a:rPr>
              <a:t>• Helps the brain clear certain waste products</a:t>
            </a:r>
          </a:p>
          <a:p>
            <a:r>
              <a:rPr sz="1600">
                <a:solidFill>
                  <a:srgbClr val="221A42"/>
                </a:solidFill>
                <a:latin typeface="Arial"/>
              </a:rPr>
              <a:t>• Plain-language example:</a:t>
            </a:r>
          </a:p>
          <a:p>
            <a:r>
              <a:rPr sz="1600">
                <a:solidFill>
                  <a:srgbClr val="221A42"/>
                </a:solidFill>
                <a:latin typeface="Arial"/>
              </a:rPr>
              <a:t>• After poor sleep, people may think more slowly, react later, or feel more emotionally reactive.</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Sleep has a major effect on brain performance. When people do not get enough sleep, they may have trouble focusing, remembering information, making decisions, or responding quickly. This matters in real life: driving, working, studying, caregiving, and solving problems all require alertness. Research also suggests that sleep helps the brain clear certain waste products more actively than during wakefulness.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5 — Why the Body Needs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Helps regulate the immune system</a:t>
            </a:r>
          </a:p>
          <a:p>
            <a:r>
              <a:rPr sz="1600">
                <a:solidFill>
                  <a:srgbClr val="221A42"/>
                </a:solidFill>
                <a:latin typeface="Arial"/>
              </a:rPr>
              <a:t>• Supports heart and blood vessel health</a:t>
            </a:r>
          </a:p>
          <a:p>
            <a:r>
              <a:rPr sz="1600">
                <a:solidFill>
                  <a:srgbClr val="221A42"/>
                </a:solidFill>
                <a:latin typeface="Arial"/>
              </a:rPr>
              <a:t>• Helps regulate hormones and appetite</a:t>
            </a:r>
          </a:p>
          <a:p>
            <a:r>
              <a:rPr sz="1600">
                <a:solidFill>
                  <a:srgbClr val="221A42"/>
                </a:solidFill>
                <a:latin typeface="Arial"/>
              </a:rPr>
              <a:t>• Supports growth, repair, and recovery</a:t>
            </a:r>
          </a:p>
          <a:p>
            <a:r>
              <a:rPr sz="1600">
                <a:solidFill>
                  <a:srgbClr val="221A42"/>
                </a:solidFill>
                <a:latin typeface="Arial"/>
              </a:rPr>
              <a:t>• Helps the body maintain energy balance</a:t>
            </a:r>
          </a:p>
          <a:p>
            <a:r>
              <a:rPr sz="1600">
                <a:solidFill>
                  <a:srgbClr val="221A42"/>
                </a:solidFill>
                <a:latin typeface="Arial"/>
              </a:rPr>
              <a:t>• Plain-language example:</a:t>
            </a:r>
          </a:p>
          <a:p>
            <a:r>
              <a:rPr sz="1600">
                <a:solidFill>
                  <a:srgbClr val="221A42"/>
                </a:solidFill>
                <a:latin typeface="Arial"/>
              </a:rPr>
              <a:t>• Poor sleep can make the body feel run down and make daily stress harder to handle.</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Sleep supports the body in many ways. It affects immune defenses, heart health, hormone regulation, appetite signals, and physical recovery. Lack of sleep is associated with increased health risks over time. One night of poor sleep may cause fatigue and low focus; repeated sleep loss can have broader effects on health and safety.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6 — How Much Sleep Do People Need?</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needs change by:</a:t>
            </a:r>
          </a:p>
          <a:p>
            <a:r>
              <a:rPr sz="1600">
                <a:solidFill>
                  <a:srgbClr val="221A42"/>
                </a:solidFill>
                <a:latin typeface="Arial"/>
              </a:rPr>
              <a:t>• Age</a:t>
            </a:r>
          </a:p>
          <a:p>
            <a:r>
              <a:rPr sz="1600">
                <a:solidFill>
                  <a:srgbClr val="221A42"/>
                </a:solidFill>
                <a:latin typeface="Arial"/>
              </a:rPr>
              <a:t>• Health status</a:t>
            </a:r>
          </a:p>
          <a:p>
            <a:r>
              <a:rPr sz="1600">
                <a:solidFill>
                  <a:srgbClr val="221A42"/>
                </a:solidFill>
                <a:latin typeface="Arial"/>
              </a:rPr>
              <a:t>• Pregnancy</a:t>
            </a:r>
          </a:p>
          <a:p>
            <a:r>
              <a:rPr sz="1600">
                <a:solidFill>
                  <a:srgbClr val="221A42"/>
                </a:solidFill>
                <a:latin typeface="Arial"/>
              </a:rPr>
              <a:t>• Stress level</a:t>
            </a:r>
          </a:p>
          <a:p>
            <a:r>
              <a:rPr sz="1600">
                <a:solidFill>
                  <a:srgbClr val="221A42"/>
                </a:solidFill>
                <a:latin typeface="Arial"/>
              </a:rPr>
              <a:t>• Work schedule</a:t>
            </a:r>
          </a:p>
          <a:p>
            <a:r>
              <a:rPr sz="1600">
                <a:solidFill>
                  <a:srgbClr val="221A42"/>
                </a:solidFill>
                <a:latin typeface="Arial"/>
              </a:rPr>
              <a:t>• Individual biology</a:t>
            </a:r>
          </a:p>
          <a:p>
            <a:r>
              <a:rPr sz="1600">
                <a:solidFill>
                  <a:srgbClr val="221A42"/>
                </a:solidFill>
                <a:latin typeface="Arial"/>
              </a:rPr>
              <a:t>• Most adults generally need at least 7 hours per night.</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There is no single perfect number for every person, but major public health guidance states that most adults need at least 7 hours of sleep per night for best health. Children and teenagers usually need more. Some adults may need more than 7 hours to feel and function well. A useful question is not only “How many hours did I sleep?” but also “Am I alert, safe, and functioning during the 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7 — Sleep, Rest, Meditation, and Naps Are Not the Same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State | What It Can Do | What It Cannot Fully Do |</a:t>
            </a:r>
          </a:p>
          <a:p>
            <a:r>
              <a:rPr sz="1600">
                <a:solidFill>
                  <a:srgbClr val="221A42"/>
                </a:solidFill>
                <a:latin typeface="Arial"/>
              </a:rPr>
              <a:t>• |---|---|---|</a:t>
            </a:r>
          </a:p>
          <a:p>
            <a:r>
              <a:rPr sz="1600">
                <a:solidFill>
                  <a:srgbClr val="221A42"/>
                </a:solidFill>
                <a:latin typeface="Arial"/>
              </a:rPr>
              <a:t>• | **Quiet rest** | Reduces effort and stress | Replace full sleep cycles |</a:t>
            </a:r>
          </a:p>
          <a:p>
            <a:r>
              <a:rPr sz="1600">
                <a:solidFill>
                  <a:srgbClr val="221A42"/>
                </a:solidFill>
                <a:latin typeface="Arial"/>
              </a:rPr>
              <a:t>• | **Meditation** | Supports calm and focus | Provide all sleep functions |</a:t>
            </a:r>
          </a:p>
          <a:p>
            <a:r>
              <a:rPr sz="1600">
                <a:solidFill>
                  <a:srgbClr val="221A42"/>
                </a:solidFill>
                <a:latin typeface="Arial"/>
              </a:rPr>
              <a:t>• | **Nap** | Boosts short-term alertness | Fully replace regular sleep |</a:t>
            </a:r>
          </a:p>
          <a:p>
            <a:r>
              <a:rPr sz="1600">
                <a:solidFill>
                  <a:srgbClr val="221A42"/>
                </a:solidFill>
                <a:latin typeface="Arial"/>
              </a:rPr>
              <a:t>• | **Full sleep** | Provides repeated sleep stages | Cannot be skipped without consequences |</a:t>
            </a:r>
          </a:p>
          <a:p>
            <a:r>
              <a:rPr sz="1600">
                <a:solidFill>
                  <a:srgbClr val="221A42"/>
                </a:solidFill>
                <a:latin typeface="Arial"/>
              </a:rPr>
              <a:t>• Key idea:</a:t>
            </a:r>
          </a:p>
          <a:p>
            <a:r>
              <a:rPr sz="1600">
                <a:solidFill>
                  <a:srgbClr val="221A42"/>
                </a:solidFill>
                <a:latin typeface="Arial"/>
              </a:rPr>
              <a:t>• Rest helps, but it is not the same as sleep.</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Quiet rest, meditation, naps, and full sleep can all be useful, but they are not interchangeable. Quiet rest may reduce stress. Meditation may calm the nervous system. Naps may improve alertness for a short period. Full sleep is different because it includes repeated cycles of non-REM and REM sleep that support the brain and body in ways rest cannot fully copy.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8 — Can Rest Replace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Rest can help you feel calmer.</a:t>
            </a:r>
          </a:p>
          <a:p>
            <a:r>
              <a:rPr sz="1600">
                <a:solidFill>
                  <a:srgbClr val="221A42"/>
                </a:solidFill>
                <a:latin typeface="Arial"/>
              </a:rPr>
              <a:t>• Rest can reduce strain.</a:t>
            </a:r>
          </a:p>
          <a:p>
            <a:r>
              <a:rPr sz="1600">
                <a:solidFill>
                  <a:srgbClr val="221A42"/>
                </a:solidFill>
                <a:latin typeface="Arial"/>
              </a:rPr>
              <a:t>• Rest can support recovery after effort.</a:t>
            </a:r>
          </a:p>
          <a:p>
            <a:r>
              <a:rPr sz="1600">
                <a:solidFill>
                  <a:srgbClr val="221A42"/>
                </a:solidFill>
                <a:latin typeface="Arial"/>
              </a:rPr>
              <a:t>• But rest does **not** fully replace sleep.</a:t>
            </a:r>
          </a:p>
          <a:p>
            <a:r>
              <a:rPr sz="1600">
                <a:solidFill>
                  <a:srgbClr val="221A42"/>
                </a:solidFill>
                <a:latin typeface="Arial"/>
              </a:rPr>
              <a:t>• Why?</a:t>
            </a:r>
          </a:p>
          <a:p>
            <a:r>
              <a:rPr sz="1600">
                <a:solidFill>
                  <a:srgbClr val="221A42"/>
                </a:solidFill>
                <a:latin typeface="Arial"/>
              </a:rPr>
              <a:t>• Rest does not reliably create the full sleep-stage cycles the brain and body need.</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Rest is beneficial, especially when a person is stressed, overloaded, or physically tired. However, rest alone does not provide the same brain and body functions as sleep. Sleep involves coordinated changes in brain activity, hormones, breathing, heart rate, and body repair systems. Rest can support wellness, but it cannot serve as a complete substitute for adequate sleep.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9 — What Rest Can Do</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Rest may help:</a:t>
            </a:r>
          </a:p>
          <a:p>
            <a:r>
              <a:rPr sz="1600">
                <a:solidFill>
                  <a:srgbClr val="221A42"/>
                </a:solidFill>
                <a:latin typeface="Arial"/>
              </a:rPr>
              <a:t>• Lower stress and tension</a:t>
            </a:r>
          </a:p>
          <a:p>
            <a:r>
              <a:rPr sz="1600">
                <a:solidFill>
                  <a:srgbClr val="221A42"/>
                </a:solidFill>
                <a:latin typeface="Arial"/>
              </a:rPr>
              <a:t>• Reduce mental overload</a:t>
            </a:r>
          </a:p>
          <a:p>
            <a:r>
              <a:rPr sz="1600">
                <a:solidFill>
                  <a:srgbClr val="221A42"/>
                </a:solidFill>
                <a:latin typeface="Arial"/>
              </a:rPr>
              <a:t>• Give muscles a break</a:t>
            </a:r>
          </a:p>
          <a:p>
            <a:r>
              <a:rPr sz="1600">
                <a:solidFill>
                  <a:srgbClr val="221A42"/>
                </a:solidFill>
                <a:latin typeface="Arial"/>
              </a:rPr>
              <a:t>• Support emotional reset</a:t>
            </a:r>
          </a:p>
          <a:p>
            <a:r>
              <a:rPr sz="1600">
                <a:solidFill>
                  <a:srgbClr val="221A42"/>
                </a:solidFill>
                <a:latin typeface="Arial"/>
              </a:rPr>
              <a:t>• Improve short-term comfort</a:t>
            </a:r>
          </a:p>
          <a:p>
            <a:r>
              <a:rPr sz="1600">
                <a:solidFill>
                  <a:srgbClr val="221A42"/>
                </a:solidFill>
                <a:latin typeface="Arial"/>
              </a:rPr>
              <a:t>• Create a smoother transition into sleep</a:t>
            </a:r>
          </a:p>
          <a:p>
            <a:r>
              <a:rPr sz="1600">
                <a:solidFill>
                  <a:srgbClr val="221A42"/>
                </a:solidFill>
                <a:latin typeface="Arial"/>
              </a:rPr>
              <a:t>• Plain-language example:</a:t>
            </a:r>
          </a:p>
          <a:p>
            <a:r>
              <a:rPr sz="1600">
                <a:solidFill>
                  <a:srgbClr val="221A42"/>
                </a:solidFill>
                <a:latin typeface="Arial"/>
              </a:rPr>
              <a:t>• A 10-minute quiet break may help you feel steadier, even if you still need sleep later.</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Rest is not useless simply because it cannot replace sleep. Rest can be very helpful for stress management, mental clarity, emotional regulation, and physical comfort. Quiet breaks, breathing practices, prayer, stretching, or meditation can help the body shift out of a high-effort state. Rest is best understood as a support for sleep and wellness, not a substitute for sleep.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10 — What Rest Cannot Do</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Rest cannot reliably:</a:t>
            </a:r>
          </a:p>
          <a:p>
            <a:r>
              <a:rPr sz="1600">
                <a:solidFill>
                  <a:srgbClr val="221A42"/>
                </a:solidFill>
                <a:latin typeface="Arial"/>
              </a:rPr>
              <a:t>• Replace deep non-REM sleep</a:t>
            </a:r>
          </a:p>
          <a:p>
            <a:r>
              <a:rPr sz="1600">
                <a:solidFill>
                  <a:srgbClr val="221A42"/>
                </a:solidFill>
                <a:latin typeface="Arial"/>
              </a:rPr>
              <a:t>• Replace REM sleep</a:t>
            </a:r>
          </a:p>
          <a:p>
            <a:r>
              <a:rPr sz="1600">
                <a:solidFill>
                  <a:srgbClr val="221A42"/>
                </a:solidFill>
                <a:latin typeface="Arial"/>
              </a:rPr>
              <a:t>• Restore reaction time after major sleep loss</a:t>
            </a:r>
          </a:p>
          <a:p>
            <a:r>
              <a:rPr sz="1600">
                <a:solidFill>
                  <a:srgbClr val="221A42"/>
                </a:solidFill>
                <a:latin typeface="Arial"/>
              </a:rPr>
              <a:t>• Eliminate drowsy-driving risk</a:t>
            </a:r>
          </a:p>
          <a:p>
            <a:r>
              <a:rPr sz="1600">
                <a:solidFill>
                  <a:srgbClr val="221A42"/>
                </a:solidFill>
                <a:latin typeface="Arial"/>
              </a:rPr>
              <a:t>• Treat sleep disorders</a:t>
            </a:r>
          </a:p>
          <a:p>
            <a:r>
              <a:rPr sz="1600">
                <a:solidFill>
                  <a:srgbClr val="221A42"/>
                </a:solidFill>
                <a:latin typeface="Arial"/>
              </a:rPr>
              <a:t>• Make chronic sleep deprivation safe</a:t>
            </a:r>
          </a:p>
          <a:p>
            <a:r>
              <a:rPr sz="1600">
                <a:solidFill>
                  <a:srgbClr val="221A42"/>
                </a:solidFill>
                <a:latin typeface="Arial"/>
              </a:rPr>
              <a:t>• Safety rule:</a:t>
            </a:r>
          </a:p>
          <a:p>
            <a:r>
              <a:rPr sz="1600">
                <a:solidFill>
                  <a:srgbClr val="221A42"/>
                </a:solidFill>
                <a:latin typeface="Arial"/>
              </a:rPr>
              <a:t>• If you are drowsy while driving, rest is not enough. Stop driving.</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Rest has important limits. It cannot reliably create the deep sleep and REM sleep cycles needed for full recovery. It also cannot make dangerous sleepiness safe. If someone is falling asleep while driving or struggling to stay alert, they should stop driving as soon as it is safe, rest in a safe place, switch drivers if possible, or seek help. Drowsy driving can be life-threatening.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11 — Practical Sleep Hygiene: Start With Timing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Wake up at about the same time daily</a:t>
            </a:r>
          </a:p>
          <a:p>
            <a:r>
              <a:rPr sz="1600">
                <a:solidFill>
                  <a:srgbClr val="221A42"/>
                </a:solidFill>
                <a:latin typeface="Arial"/>
              </a:rPr>
              <a:t>• Use weekends carefully</a:t>
            </a:r>
          </a:p>
          <a:p>
            <a:r>
              <a:rPr sz="1600">
                <a:solidFill>
                  <a:srgbClr val="221A42"/>
                </a:solidFill>
                <a:latin typeface="Arial"/>
              </a:rPr>
              <a:t>• Build the bedtime around the wake time</a:t>
            </a:r>
          </a:p>
          <a:p>
            <a:r>
              <a:rPr sz="1600">
                <a:solidFill>
                  <a:srgbClr val="221A42"/>
                </a:solidFill>
                <a:latin typeface="Arial"/>
              </a:rPr>
              <a:t>• Avoid “catching up” in ways that disrupt Monday</a:t>
            </a:r>
          </a:p>
          <a:p>
            <a:r>
              <a:rPr sz="1600">
                <a:solidFill>
                  <a:srgbClr val="221A42"/>
                </a:solidFill>
                <a:latin typeface="Arial"/>
              </a:rPr>
              <a:t>• Example:</a:t>
            </a:r>
          </a:p>
          <a:p>
            <a:r>
              <a:rPr sz="1600">
                <a:solidFill>
                  <a:srgbClr val="221A42"/>
                </a:solidFill>
                <a:latin typeface="Arial"/>
              </a:rPr>
              <a:t>• If your target wake time is 6:30 a.m., keep weekends within about 1 hour when possible.</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A consistent wake time helps anchor the body’s internal clock. Many people focus only on bedtime, but wake time is often the stronger starting point. Sleeping very late on weekends can make it harder to fall asleep on Sunday night and can create a cycle of Monday fatigue. Flexibility is normal, but large schedule swings can make sleep harder.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12 — Practical Sleep Hygiene: Use Light Wisely</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Morning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Get bright light soon after waking</a:t>
            </a:r>
          </a:p>
          <a:p>
            <a:r>
              <a:rPr sz="1600">
                <a:solidFill>
                  <a:srgbClr val="221A42"/>
                </a:solidFill>
                <a:latin typeface="Arial"/>
              </a:rPr>
              <a:t>• Outdoor light is especially helpful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Evening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Dim lights before bed</a:t>
            </a:r>
          </a:p>
          <a:p>
            <a:r>
              <a:rPr sz="1600">
                <a:solidFill>
                  <a:srgbClr val="221A42"/>
                </a:solidFill>
                <a:latin typeface="Arial"/>
              </a:rPr>
              <a:t>• Reduce bright screens close to bedtime</a:t>
            </a:r>
          </a:p>
          <a:p>
            <a:r>
              <a:rPr sz="1600">
                <a:solidFill>
                  <a:srgbClr val="221A42"/>
                </a:solidFill>
                <a:latin typeface="Arial"/>
              </a:rPr>
              <a:t>• Example:</a:t>
            </a:r>
          </a:p>
          <a:p>
            <a:r>
              <a:rPr sz="1600">
                <a:solidFill>
                  <a:srgbClr val="221A42"/>
                </a:solidFill>
                <a:latin typeface="Arial"/>
              </a:rPr>
              <a:t>• Take a 10–20 minute morning walk, then dim lights during the last hour before bed.</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Light is one of the strongest signals for the body’s sleep-wake rhythm. Bright light in the morning helps tell the brain that the day has started. Dimmer light in the evening helps prepare the body for sleep. Screens can affect sleep not only because of light, but also because content can be stimulating, emotional, or hard to stop.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13 — Practical Sleep Hygiene: Caffeine, Alcohol, and Devices</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Caffeine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Avoid late-day caffeine</a:t>
            </a:r>
          </a:p>
          <a:p>
            <a:r>
              <a:rPr sz="1600">
                <a:solidFill>
                  <a:srgbClr val="221A42"/>
                </a:solidFill>
                <a:latin typeface="Arial"/>
              </a:rPr>
              <a:t>• Many people need a 6–8 hour cutoff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Alcohol</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May make you sleepy at first</a:t>
            </a:r>
          </a:p>
          <a:p>
            <a:r>
              <a:rPr sz="1600">
                <a:solidFill>
                  <a:srgbClr val="221A42"/>
                </a:solidFill>
                <a:latin typeface="Arial"/>
              </a:rPr>
              <a:t>• Can fragment sleep later</a:t>
            </a:r>
          </a:p>
          <a:p>
            <a:r>
              <a:rPr sz="1600">
                <a:solidFill>
                  <a:srgbClr val="221A42"/>
                </a:solidFill>
                <a:latin typeface="Arial"/>
              </a:rPr>
              <a:t>• May worsen snoring or breathing problems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Devices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Set a screen cutoff or “quiet mode”</a:t>
            </a:r>
          </a:p>
          <a:p>
            <a:r>
              <a:rPr sz="1600">
                <a:solidFill>
                  <a:srgbClr val="221A42"/>
                </a:solidFill>
                <a:latin typeface="Arial"/>
              </a:rPr>
              <a:t>• Keep stressful content out of bed</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Caffeine can stay active in the body for many hours. A person who drinks coffee, energy drinks, or strong tea late in the day may struggle to fall asleep or sleep deeply. Alcohol can make someone feel sleepy at first, but it often disrupts sleep later in the night and may worsen breathing problems during sleep. Devices can delay bedtime through light, alerts, and stimulating content.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14 — Practical Sleep Hygiene: Build a Sleep-Friendly Space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Aim for:</a:t>
            </a:r>
          </a:p>
          <a:p>
            <a:r>
              <a:rPr sz="1600">
                <a:solidFill>
                  <a:srgbClr val="221A42"/>
                </a:solidFill>
                <a:latin typeface="Arial"/>
              </a:rPr>
              <a:t>• Dark</a:t>
            </a:r>
          </a:p>
          <a:p>
            <a:r>
              <a:rPr sz="1600">
                <a:solidFill>
                  <a:srgbClr val="221A42"/>
                </a:solidFill>
                <a:latin typeface="Arial"/>
              </a:rPr>
              <a:t>• Quiet</a:t>
            </a:r>
          </a:p>
          <a:p>
            <a:r>
              <a:rPr sz="1600">
                <a:solidFill>
                  <a:srgbClr val="221A42"/>
                </a:solidFill>
                <a:latin typeface="Arial"/>
              </a:rPr>
              <a:t>• Cool</a:t>
            </a:r>
          </a:p>
          <a:p>
            <a:r>
              <a:rPr sz="1600">
                <a:solidFill>
                  <a:srgbClr val="221A42"/>
                </a:solidFill>
                <a:latin typeface="Arial"/>
              </a:rPr>
              <a:t>• Comfortable</a:t>
            </a:r>
          </a:p>
          <a:p>
            <a:r>
              <a:rPr sz="1600">
                <a:solidFill>
                  <a:srgbClr val="221A42"/>
                </a:solidFill>
                <a:latin typeface="Arial"/>
              </a:rPr>
              <a:t>• Low clutter</a:t>
            </a:r>
          </a:p>
          <a:p>
            <a:r>
              <a:rPr sz="1600">
                <a:solidFill>
                  <a:srgbClr val="221A42"/>
                </a:solidFill>
                <a:latin typeface="Arial"/>
              </a:rPr>
              <a:t>• Minimal interruptions</a:t>
            </a:r>
          </a:p>
          <a:p>
            <a:r>
              <a:rPr sz="1600">
                <a:solidFill>
                  <a:srgbClr val="221A42"/>
                </a:solidFill>
                <a:latin typeface="Arial"/>
              </a:rPr>
              <a:t>• Examples:</a:t>
            </a:r>
          </a:p>
          <a:p>
            <a:r>
              <a:rPr sz="1600">
                <a:solidFill>
                  <a:srgbClr val="221A42"/>
                </a:solidFill>
                <a:latin typeface="Arial"/>
              </a:rPr>
              <a:t>• Use blackout curtains, a fan, earplugs, a sleep mask, or “Do Not Disturb” settings.</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The sleep environment sends signals to the brain. A bedroom that is dark, quiet, cool, and comfortable can make sleep easier. Not everyone has a perfect sleep environment, especially people with caregiving duties, shared housing, shift work, or noise exposure. The goal is improvement, not perfection. Small changes can still help.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15 — Practical Sleep Hygiene: Wind Down on Purpose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Choose calm, repeatable steps:</a:t>
            </a:r>
          </a:p>
          <a:p>
            <a:r>
              <a:rPr sz="1600">
                <a:solidFill>
                  <a:srgbClr val="221A42"/>
                </a:solidFill>
                <a:latin typeface="Arial"/>
              </a:rPr>
              <a:t>• Light stretching</a:t>
            </a:r>
          </a:p>
          <a:p>
            <a:r>
              <a:rPr sz="1600">
                <a:solidFill>
                  <a:srgbClr val="221A42"/>
                </a:solidFill>
                <a:latin typeface="Arial"/>
              </a:rPr>
              <a:t>• Quiet reading</a:t>
            </a:r>
          </a:p>
          <a:p>
            <a:r>
              <a:rPr sz="1600">
                <a:solidFill>
                  <a:srgbClr val="221A42"/>
                </a:solidFill>
                <a:latin typeface="Arial"/>
              </a:rPr>
              <a:t>• Breathing practice</a:t>
            </a:r>
          </a:p>
          <a:p>
            <a:r>
              <a:rPr sz="1600">
                <a:solidFill>
                  <a:srgbClr val="221A42"/>
                </a:solidFill>
                <a:latin typeface="Arial"/>
              </a:rPr>
              <a:t>• Warm shower</a:t>
            </a:r>
          </a:p>
          <a:p>
            <a:r>
              <a:rPr sz="1600">
                <a:solidFill>
                  <a:srgbClr val="221A42"/>
                </a:solidFill>
                <a:latin typeface="Arial"/>
              </a:rPr>
              <a:t>• Prayer or reflection</a:t>
            </a:r>
          </a:p>
          <a:p>
            <a:r>
              <a:rPr sz="1600">
                <a:solidFill>
                  <a:srgbClr val="221A42"/>
                </a:solidFill>
                <a:latin typeface="Arial"/>
              </a:rPr>
              <a:t>• Preparing tomorrow’s essentials</a:t>
            </a:r>
          </a:p>
          <a:p>
            <a:r>
              <a:rPr sz="1600">
                <a:solidFill>
                  <a:srgbClr val="221A42"/>
                </a:solidFill>
                <a:latin typeface="Arial"/>
              </a:rPr>
              <a:t>• Example routine:</a:t>
            </a:r>
          </a:p>
          <a:p>
            <a:r>
              <a:rPr sz="1600">
                <a:solidFill>
                  <a:srgbClr val="221A42"/>
                </a:solidFill>
                <a:latin typeface="Arial"/>
              </a:rPr>
              <a:t>• Brush teeth → dim lights → pack bag → 5 minutes breathing → bed.</a:t>
            </a:r>
          </a:p>
          <a:p>
            <a:r>
              <a:rPr sz="1600">
                <a:solidFill>
                  <a:srgbClr val="221A42"/>
                </a:solidFill>
                <a:latin typeface="Arial"/>
              </a:rPr>
              <a:t>• Footer:** QRU | Understanding Sleep and Rest</a:t>
            </a:r>
          </a:p>
          <a:p>
            <a:r>
              <a:rPr sz="1600">
                <a:solidFill>
                  <a:srgbClr val="221A42"/>
                </a:solidFill>
                <a:latin typeface="Arial"/>
              </a:rPr>
              <a:t>• Speaker Notes:</a:t>
            </a:r>
          </a:p>
          <a:p>
            <a:r>
              <a:rPr sz="1600">
                <a:solidFill>
                  <a:srgbClr val="221A42"/>
                </a:solidFill>
                <a:latin typeface="Arial"/>
              </a:rPr>
              <a:t>• A wind-down routine helps the body transition from activity to sleep. The best routine is simple and repeatable. It should not feel like another demanding task. If someone cannot fall asleep, it can help to get out of bed briefly and do something quiet in dim light until sleepy, then return to bed. The goal is for the bed to remain associated with sleep, not frustration.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