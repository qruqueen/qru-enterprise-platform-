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objective: Orient the viewer to What Is Governance?</a:t>
            </a:r>
          </a:p>
          <a:p>
            <a:r>
              <a:t>Visual: Open on a familiar, relatable scene; slow zoom in.</a:t>
            </a:r>
          </a:p>
          <a:p>
            <a:r>
              <a:t>Source: Opening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objective: Explain: Definition</a:t>
            </a:r>
          </a:p>
          <a:p>
            <a:r>
              <a:t>Visual: Reveal the idea with one clean supporting visual; purposeful highlight.</a:t>
            </a:r>
          </a:p>
          <a:p>
            <a:r>
              <a:t>Source: Definition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objective: Explain: Explanation</a:t>
            </a:r>
          </a:p>
          <a:p>
            <a:r>
              <a:t>Visual: Reveal the idea with one clean supporting visual; purposeful highlight.</a:t>
            </a:r>
          </a:p>
          <a:p>
            <a:r>
              <a:t>Source: Explanation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objective: Explain: Examples</a:t>
            </a:r>
          </a:p>
          <a:p>
            <a:r>
              <a:t>Visual: Reveal the idea with one clean supporting visual; purposeful highlight.</a:t>
            </a:r>
          </a:p>
          <a:p>
            <a:r>
              <a:t>Source: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objective: Explain: Relationships</a:t>
            </a:r>
          </a:p>
          <a:p>
            <a:r>
              <a:t>Visual: Reveal the idea with one clean supporting visual; purposeful highlight.</a:t>
            </a:r>
          </a:p>
          <a:p>
            <a:r>
              <a:t>Source: Relationships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objective: Explain: Common Misunderstandings</a:t>
            </a:r>
          </a:p>
          <a:p>
            <a:r>
              <a:t>Visual: Reveal the idea with one clean supporting visual; purposeful highlight.</a:t>
            </a:r>
          </a:p>
          <a:p>
            <a:r>
              <a:t>Source: Common Misunderstandings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objective: Leave the viewer seeing the world differently</a:t>
            </a:r>
          </a:p>
          <a:p>
            <a:r>
              <a:t>Visual: Close on an empowered, transformed viewer; QRU brand outro.</a:t>
            </a:r>
          </a:p>
          <a:p>
            <a:r>
              <a:t>Source: Close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7B53C"/>
                </a:solidFill>
              </a:defRPr>
            </a:pPr>
            <a:r>
              <a:t>What Is Governance?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Teacher Edition · QRU PRESS™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Source: KMR-1A93CE · Quest for Real Understanding™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What Is Governance?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What if you finally understood What Is Governance?? Let's make it simple.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Orient the viewer to What Is Governance?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Teacher note: Discussion: invite learners to explain this in their own words.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What Is Governance is the rules, policies and authority that keep a system trustworthy — what is allowed, required, prohibited, and who authorizes change.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Explain: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Teacher note: Discussion: invite learners to explain this in their own words.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This record explains What Is Governance? in plain language and connects it to how the QRU Factory works.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Explain: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Teacher note: Discussion: invite learners to explain this in their own words.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A concrete QRU Factory example of what is governance.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Explain: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Teacher note: Discussion: invite learners to explain this in their own words.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Connects to related benchmark concepts Feeds Product Manufacturing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Explain: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Teacher note: Discussion: invite learners to explain this in their own words.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Common Misunderstandings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Automation must remove effort, not judgment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Explain: Common Misunderstandings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Teacher note: Reflect: how does common misunderstandings apply to you?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Quest for Real Understanding™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That's the QRU way — we don't just teach information, we create understanding.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Leave the viewer seeing the world differently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Teacher note: Learn more with QRU.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