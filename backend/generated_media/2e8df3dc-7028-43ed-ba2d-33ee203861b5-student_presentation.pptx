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7B53C"/>
                </a:solidFill>
              </a:defRPr>
            </a:pPr>
            <a:r>
              <a:t>What Is Governance?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Student Edition · QRU PRESS™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Source: KMR-1A93CE · Quest for Real Understanding™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What Is Governance?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if you finally understood What Is Governance?? Let's make it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Orient the viewer to What Is Governance?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Is Governance is the rules, policies and authority that keep a system trustworthy — what is allowed, required, prohibited, and who authorizes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This record explains What Is Governance? in plain language and connects it to how the QRU Factory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A concrete QRU Factory example of what is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Connects to related benchmark concepts Feeds Product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Common Misunderstandings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Automation must remove effort, not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Common Misunderstandings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Quest for Real Understanding™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That's the QRU way — we don't just teach information, we create understanding.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Leave the viewer seeing the world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Reflect: how would you explain this to a friend?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