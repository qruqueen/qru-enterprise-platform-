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Orient the viewer to What Is Memory?</a:t>
            </a:r>
          </a:p>
          <a:p>
            <a:r>
              <a:t>Visual: Open on a familiar, relatable scene; slow zoom in.</a:t>
            </a:r>
          </a:p>
          <a:p>
            <a:r>
              <a:t>Source: Opening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Definition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Explanation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Examples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Relationships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Relationships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Common Misunderstandings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Common Misunderstandings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Leave the viewer seeing the world differently</a:t>
            </a:r>
          </a:p>
          <a:p>
            <a:r>
              <a:t>Visual: Close on an empowered, transformed viewer; QRU brand outro.</a:t>
            </a:r>
          </a:p>
          <a:p>
            <a:r>
              <a:t>Source: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B53C"/>
                </a:solidFill>
              </a:defRPr>
            </a:pPr>
            <a:r>
              <a:t>What Is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Teacher Edition · QRU PRESS™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Source: KMR-8EEDA7 · Quest for Real Understanding™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What Is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if you finally understood What Is Memory?? Let's make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Orient the viewer to What Is Memory?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Is Memory is the preservation of decisions, evidence, relationships and lessons over time so a system improves rather than forgets; in QRU it is immutable and versioned.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This record explains What Is Memory? in plain language and connects it to how the QRU Factory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 concrete QRU Factory example of what is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Connects to related benchmark concepts Feeds Product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Common Misunderstandings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Storage is not memory without lineage and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Common Misunderstandings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Reflect: how does common misunderstandings apply to you?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Quest for Real Understanding™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That's the QRU way — we don't just teach information, we create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Leave the viewer seeing the world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Learn more with QRU.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