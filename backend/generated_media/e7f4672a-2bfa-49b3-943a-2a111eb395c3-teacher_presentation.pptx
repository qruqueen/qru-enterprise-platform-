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Orient the viewer to What Is Architecture?</a:t>
            </a:r>
          </a:p>
          <a:p>
            <a:r>
              <a:t>Visual: Open on a familiar, relatable scene; slow zoom in.</a:t>
            </a:r>
          </a:p>
          <a:p>
            <a:r>
              <a:t>Source: Opening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Definition</a:t>
            </a:r>
          </a:p>
          <a:p>
            <a:r>
              <a:t>Visual: Reveal the idea with one clean supporting visual; purposeful highlight.</a:t>
            </a:r>
          </a:p>
          <a:p>
            <a:r>
              <a:t>Source: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Explanation</a:t>
            </a:r>
          </a:p>
          <a:p>
            <a:r>
              <a:t>Visual: Reveal the idea with one clean supporting visual; purposeful highlight.</a:t>
            </a:r>
          </a:p>
          <a:p>
            <a:r>
              <a:t>Source: Explanation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Examples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Relationships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Relationships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Explain: Common Misunderstandings</a:t>
            </a:r>
          </a:p>
          <a:p>
            <a:r>
              <a:t>Visual: Reveal the idea with one clean supporting visual; purposeful highlight.</a:t>
            </a:r>
          </a:p>
          <a:p>
            <a:r>
              <a:t>Source: Common Misunderstandings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objective: Leave the viewer seeing the world differently</a:t>
            </a:r>
          </a:p>
          <a:p>
            <a:r>
              <a:t>Visual: Close on an empowered, transformed viewer; QRU brand outro.</a:t>
            </a:r>
          </a:p>
          <a:p>
            <a:r>
              <a:t>Source: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7B53C"/>
                </a:solidFill>
              </a:defRPr>
            </a:pPr>
            <a:r>
              <a:t>What Is Architecture?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Teacher Edition · QRU PRESS™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Source: KMR-1569B2 · Quest for Real Understanding™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What Is Architecture?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if you finally understood What Is Architecture?? Let's make it simple.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Orient the viewer to What Is Architecture?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What Is Architecture is how the parts of a system are organized so they work together, decisions are authorized, quality is protected, and parts can evolve without breaking the whole.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This record explains What Is Architecture? in plain language and connects it to how the QRU Factory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A concrete QRU Factory example of what is architecture.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Connects to related benchmark concepts Feeds Product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Discussion: invite learners to explain this in their own words.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Common Misunderstandings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Prompts are not architecture Adding modules is not the same as adding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Explain: Common Misunderstandings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Reflect: how does common misunderstandings apply to you?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E7B53C"/>
                </a:solidFill>
              </a:defRPr>
            </a:pPr>
            <a:r>
              <a:t>Quest for Real Understanding™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That's the QRU way — we don't just teach information, we create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E7B53C"/>
                </a:solidFill>
              </a:defRPr>
            </a:pPr>
            <a:r>
              <a:t>Objective: Leave the viewer seeing the world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Teacher note: Learn more with QRU.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